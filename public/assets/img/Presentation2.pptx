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1"/>
  </p:sldMasterIdLst>
  <p:sldIdLst>
    <p:sldId id="256" r:id="rId2"/>
    <p:sldId id="263" r:id="rId3"/>
    <p:sldId id="264" r:id="rId4"/>
    <p:sldId id="262" r:id="rId5"/>
    <p:sldId id="258" r:id="rId6"/>
    <p:sldId id="259" r:id="rId7"/>
    <p:sldId id="260" r:id="rId8"/>
    <p:sldId id="261" r:id="rId9"/>
    <p:sldId id="266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74"/>
    <p:restoredTop sz="94694"/>
  </p:normalViewPr>
  <p:slideViewPr>
    <p:cSldViewPr snapToGrid="0">
      <p:cViewPr>
        <p:scale>
          <a:sx n="103" d="100"/>
          <a:sy n="103" d="100"/>
        </p:scale>
        <p:origin x="920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9334D819-9F07-4261-B09B-9E467E5D9002}" type="datetimeFigureOut">
              <a:rPr lang="en-US" smtClean="0"/>
              <a:pPr/>
              <a:t>3/3/26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71766878-3199-4EAB-94E7-2D6D11070E1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158163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t>3/3/26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934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9334D819-9F07-4261-B09B-9E467E5D9002}" type="datetimeFigureOut">
              <a:rPr lang="en-US" smtClean="0"/>
              <a:pPr/>
              <a:t>3/3/26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1766878-3199-4EAB-94E7-2D6D11070E1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3714896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t>3/3/26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0266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t>3/3/26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40347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t>3/3/26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6143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t>3/3/26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9379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9334D819-9F07-4261-B09B-9E467E5D9002}" type="datetimeFigureOut">
              <a:rPr lang="en-US" smtClean="0"/>
              <a:t>3/3/26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71766878-3199-4EAB-94E7-2D6D11070E1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664567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9334D819-9F07-4261-B09B-9E467E5D9002}" type="datetimeFigureOut">
              <a:rPr lang="en-US" smtClean="0"/>
              <a:t>3/3/26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71766878-3199-4EAB-94E7-2D6D11070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8497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t>3/3/26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2903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t>3/3/26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2762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334D819-9F07-4261-B09B-9E467E5D9002}" type="datetimeFigureOut">
              <a:rPr lang="en-US" smtClean="0"/>
              <a:pPr/>
              <a:t>3/3/26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1766878-3199-4EAB-94E7-2D6D11070E1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2484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3A7E3-FCFF-3D70-B9E7-8E726CDDC1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RU" dirty="0"/>
              <a:t>Docker compose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9055DB-8F3D-670A-6291-FCE07BFD12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Команда сильных и независимых </a:t>
            </a:r>
            <a:br>
              <a:rPr lang="ru-RU" dirty="0"/>
            </a:br>
            <a:r>
              <a:rPr lang="ru-RU" dirty="0"/>
              <a:t>представляет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5712662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E7D99-871E-8A4E-C288-BAE03CE24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НАША КОМАНДА</a:t>
            </a:r>
            <a:endParaRPr lang="en-RU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F3798D4-F4F9-E203-55F7-647DC06185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61611" y="4530368"/>
            <a:ext cx="1279228" cy="127922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42EC933-720A-9F49-93FC-B4D1F9CA48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8599" y="1251893"/>
            <a:ext cx="4908331" cy="266619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88F9822-F6F5-AD9C-4778-96A0C7346C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4317" y="-1"/>
            <a:ext cx="1805468" cy="516998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DFCA649-B4E3-08AA-D31C-3DDDAA0CA8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0734" y="2482992"/>
            <a:ext cx="866639" cy="437500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1B6DB1D-CE25-ABD7-572D-F15B89EBFC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halkSketch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230417" y="4349446"/>
            <a:ext cx="2317529" cy="2317529"/>
          </a:xfrm>
          <a:prstGeom prst="rect">
            <a:avLst/>
          </a:prstGeom>
        </p:spPr>
      </p:pic>
      <p:sp>
        <p:nvSpPr>
          <p:cNvPr id="19" name="Diagonal Stripe 18">
            <a:extLst>
              <a:ext uri="{FF2B5EF4-FFF2-40B4-BE49-F238E27FC236}">
                <a16:creationId xmlns:a16="http://schemas.microsoft.com/office/drawing/2014/main" id="{25169138-86ED-1E95-64D9-4384FF7CC21C}"/>
              </a:ext>
            </a:extLst>
          </p:cNvPr>
          <p:cNvSpPr/>
          <p:nvPr/>
        </p:nvSpPr>
        <p:spPr>
          <a:xfrm rot="10800000">
            <a:off x="8458324" y="5378237"/>
            <a:ext cx="1089622" cy="1288738"/>
          </a:xfrm>
          <a:prstGeom prst="diagStrip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47444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39315-A51E-522A-77FB-CFA286B2F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 наша команда</a:t>
            </a:r>
            <a:endParaRPr lang="en-R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F58005-21F6-AF6D-D734-0D1E4E7B0B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973" y="1128451"/>
            <a:ext cx="2794000" cy="2641600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0F1E746-05FC-D397-6544-26F94375FC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693572" y="0"/>
            <a:ext cx="4498428" cy="6862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7977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FFD4D-0DFD-83AE-D283-4A90D22BD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565B6-DE00-F7E6-16F2-35E12FC68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</a:t>
            </a:r>
            <a:r>
              <a:rPr lang="en-US" dirty="0"/>
              <a:t>Docker Compose</a:t>
            </a:r>
            <a:endParaRPr lang="en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0BC59-48CE-A1D3-7394-3E3A3614B6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4854" y="1177159"/>
            <a:ext cx="7005145" cy="4702433"/>
          </a:xfrm>
        </p:spPr>
        <p:txBody>
          <a:bodyPr>
            <a:normAutofit/>
          </a:bodyPr>
          <a:lstStyle/>
          <a:p>
            <a:r>
              <a:rPr lang="en-US" dirty="0"/>
              <a:t>Compose‑</a:t>
            </a:r>
            <a:r>
              <a:rPr lang="ru-RU" dirty="0"/>
              <a:t>проект обычно живёт в папке. В ней лежит файл:</a:t>
            </a:r>
          </a:p>
          <a:p>
            <a:r>
              <a:rPr lang="ru-RU" dirty="0"/>
              <a:t>- </a:t>
            </a:r>
            <a:r>
              <a:rPr lang="en-US" dirty="0" err="1"/>
              <a:t>compose.yaml</a:t>
            </a:r>
            <a:r>
              <a:rPr lang="en-US" dirty="0"/>
              <a:t> (</a:t>
            </a:r>
            <a:r>
              <a:rPr lang="ru-RU" dirty="0"/>
              <a:t>или старое имя </a:t>
            </a:r>
            <a:r>
              <a:rPr lang="en-US" dirty="0"/>
              <a:t>docker-</a:t>
            </a:r>
            <a:r>
              <a:rPr lang="en-US" dirty="0" err="1"/>
              <a:t>compose.yml</a:t>
            </a:r>
            <a:r>
              <a:rPr lang="en-US" dirty="0"/>
              <a:t>)</a:t>
            </a:r>
          </a:p>
          <a:p>
            <a:r>
              <a:rPr lang="ru-RU" dirty="0"/>
              <a:t>Этот файл — описание инфраструктуры приложения:</a:t>
            </a:r>
          </a:p>
          <a:p>
            <a:r>
              <a:rPr lang="ru-RU" dirty="0"/>
              <a:t>- какие сервисы нужны,</a:t>
            </a:r>
          </a:p>
          <a:p>
            <a:r>
              <a:rPr lang="ru-RU" dirty="0"/>
              <a:t>- какие образы использовать или как собрать образ,</a:t>
            </a:r>
          </a:p>
          <a:p>
            <a:r>
              <a:rPr lang="ru-RU" dirty="0"/>
              <a:t>- какие порты пробросить,</a:t>
            </a:r>
          </a:p>
          <a:p>
            <a:r>
              <a:rPr lang="ru-RU" dirty="0"/>
              <a:t>- какие переменные окружения задать,</a:t>
            </a:r>
          </a:p>
          <a:p>
            <a:r>
              <a:rPr lang="ru-RU" dirty="0"/>
              <a:t>- какие тома (</a:t>
            </a:r>
            <a:r>
              <a:rPr lang="en-US" dirty="0"/>
              <a:t>volumes) </a:t>
            </a:r>
            <a:r>
              <a:rPr lang="ru-RU" dirty="0"/>
              <a:t>подключить,</a:t>
            </a:r>
          </a:p>
          <a:p>
            <a:r>
              <a:rPr lang="ru-RU" dirty="0"/>
              <a:t>- в каких сетях должны находиться контейнеры.</a:t>
            </a:r>
            <a:endParaRPr lang="en-R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8557E3-6477-6ECD-ADDA-F8459B2437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440" y="1177159"/>
            <a:ext cx="3394413" cy="418420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9157469-9605-D786-2DF8-2CB5691B78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5361360"/>
            <a:ext cx="3909848" cy="896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6726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2A9F6-A0CD-33FC-B63C-8115ED89A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Описание </a:t>
            </a:r>
            <a:r>
              <a:rPr lang="en-US" dirty="0"/>
              <a:t>Docker compose</a:t>
            </a:r>
            <a:endParaRPr lang="en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439A96-C9FC-0A59-F2CD-788FE4A671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0456" y="2775747"/>
            <a:ext cx="10019544" cy="369986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(1) Service (</a:t>
            </a:r>
            <a:r>
              <a:rPr lang="ru-RU" dirty="0"/>
              <a:t>сервис)</a:t>
            </a:r>
          </a:p>
          <a:p>
            <a:pPr marL="0" indent="0">
              <a:buNone/>
            </a:pPr>
            <a:r>
              <a:rPr lang="ru-RU" dirty="0"/>
              <a:t>Сервис — это “роль” в проекте. Обычно один сервис = один контейнер (но может быть больше при масштабировании).</a:t>
            </a:r>
          </a:p>
          <a:p>
            <a:pPr marL="0" indent="0">
              <a:buNone/>
            </a:pPr>
            <a:r>
              <a:rPr lang="ru-RU" dirty="0"/>
              <a:t>Примеры сервисов: </a:t>
            </a:r>
            <a:r>
              <a:rPr lang="en-US" dirty="0"/>
              <a:t>web, </a:t>
            </a:r>
            <a:r>
              <a:rPr lang="en-US" dirty="0" err="1"/>
              <a:t>api</a:t>
            </a:r>
            <a:r>
              <a:rPr lang="en-US" dirty="0"/>
              <a:t>, </a:t>
            </a:r>
            <a:r>
              <a:rPr lang="en-US" dirty="0" err="1"/>
              <a:t>db</a:t>
            </a:r>
            <a:r>
              <a:rPr lang="en-US" dirty="0"/>
              <a:t>, </a:t>
            </a:r>
            <a:r>
              <a:rPr lang="en-US" dirty="0" err="1"/>
              <a:t>redis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(2) Network (</a:t>
            </a:r>
            <a:r>
              <a:rPr lang="ru-RU" dirty="0"/>
              <a:t>сеть)</a:t>
            </a:r>
          </a:p>
          <a:p>
            <a:pPr marL="0" indent="0">
              <a:buNone/>
            </a:pPr>
            <a:r>
              <a:rPr lang="ru-RU" dirty="0"/>
              <a:t>Сеть нужна, чтобы контейнеры “видели” друг друга и общались по внутренним адресам.</a:t>
            </a:r>
          </a:p>
          <a:p>
            <a:pPr marL="0" indent="0">
              <a:buNone/>
            </a:pPr>
            <a:r>
              <a:rPr lang="en-US" dirty="0"/>
              <a:t>Compose </a:t>
            </a:r>
            <a:r>
              <a:rPr lang="ru-RU" dirty="0"/>
              <a:t>почти всегда создаёт сеть автоматически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(3) Volume (</a:t>
            </a:r>
            <a:r>
              <a:rPr lang="ru-RU" dirty="0"/>
              <a:t>том)</a:t>
            </a:r>
          </a:p>
          <a:p>
            <a:pPr marL="0" indent="0">
              <a:buNone/>
            </a:pPr>
            <a:r>
              <a:rPr lang="ru-RU" dirty="0"/>
              <a:t>Том нужен, чтобы данные сохранялись между перезапусками/пересозданиями контейнеров.</a:t>
            </a:r>
          </a:p>
          <a:p>
            <a:pPr marL="0" indent="0">
              <a:buNone/>
            </a:pPr>
            <a:r>
              <a:rPr lang="ru-RU" dirty="0"/>
              <a:t>Например, база данных обязана хранить данные вне контейнера, иначе при пересоздании всё исчезнет.</a:t>
            </a:r>
          </a:p>
          <a:p>
            <a:pPr marL="0" indent="0">
              <a:buNone/>
            </a:pPr>
            <a:endParaRPr lang="en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F92488-109E-6FE5-33EC-93ECF9FA77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0456" y="1283615"/>
            <a:ext cx="9529866" cy="1181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7119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9C95D-3BB1-7F43-D0FB-97A933315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85342"/>
            <a:ext cx="10178322" cy="1492132"/>
          </a:xfrm>
        </p:spPr>
        <p:txBody>
          <a:bodyPr/>
          <a:lstStyle/>
          <a:p>
            <a:r>
              <a:rPr lang="ru-RU" dirty="0"/>
              <a:t>Команды </a:t>
            </a:r>
            <a:r>
              <a:rPr lang="en-US" dirty="0"/>
              <a:t>Docker compose</a:t>
            </a:r>
            <a:endParaRPr lang="en-RU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DAC3D8E-EDCC-8BEB-DE8E-0F1EA7ED9C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3584" y="1577474"/>
            <a:ext cx="3098472" cy="370305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96E43EC-4B12-79EE-1D76-5EA605E6C40F}"/>
              </a:ext>
            </a:extLst>
          </p:cNvPr>
          <p:cNvSpPr txBox="1"/>
          <p:nvPr/>
        </p:nvSpPr>
        <p:spPr>
          <a:xfrm>
            <a:off x="4768028" y="760589"/>
            <a:ext cx="609600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b="1" dirty="0"/>
              <a:t>docker compose up</a:t>
            </a:r>
          </a:p>
          <a:p>
            <a:r>
              <a:rPr lang="en-RU" dirty="0"/>
              <a:t>  Запускает проект в текущей папке, показывает логи в консоли.</a:t>
            </a:r>
          </a:p>
          <a:p>
            <a:endParaRPr lang="en-RU" dirty="0"/>
          </a:p>
          <a:p>
            <a:r>
              <a:rPr lang="en-RU" b="1" dirty="0"/>
              <a:t>docker compose up -d</a:t>
            </a:r>
          </a:p>
          <a:p>
            <a:r>
              <a:rPr lang="en-RU" dirty="0"/>
              <a:t>  Запускает проект в фоне (detached), консоль не занята логами.</a:t>
            </a:r>
          </a:p>
          <a:p>
            <a:endParaRPr lang="en-RU" dirty="0"/>
          </a:p>
          <a:p>
            <a:r>
              <a:rPr lang="en-RU" b="1" dirty="0"/>
              <a:t>docker compose down</a:t>
            </a:r>
          </a:p>
          <a:p>
            <a:r>
              <a:rPr lang="en-RU" dirty="0"/>
              <a:t>  Останавливает и УДАЛЯЕТ контейнеры и сеть проекта.</a:t>
            </a:r>
          </a:p>
          <a:p>
            <a:r>
              <a:rPr lang="en-RU" dirty="0"/>
              <a:t>  Важно: по умолчанию тома (volumes) НЕ удаляет, чтобы данные не пропали.</a:t>
            </a:r>
          </a:p>
          <a:p>
            <a:endParaRPr lang="en-RU" dirty="0"/>
          </a:p>
          <a:p>
            <a:r>
              <a:rPr lang="en-RU" b="1" dirty="0"/>
              <a:t>docker compose stop / start</a:t>
            </a:r>
          </a:p>
          <a:p>
            <a:r>
              <a:rPr lang="en-RU" dirty="0"/>
              <a:t>  stop — просто остановить контейнеры.</a:t>
            </a:r>
          </a:p>
          <a:p>
            <a:r>
              <a:rPr lang="en-RU" dirty="0"/>
              <a:t>  start — запустить ранее остановленные.</a:t>
            </a:r>
          </a:p>
          <a:p>
            <a:endParaRPr lang="en-RU" dirty="0"/>
          </a:p>
          <a:p>
            <a:r>
              <a:rPr lang="en-RU" b="1" dirty="0"/>
              <a:t>docker compose restart</a:t>
            </a:r>
          </a:p>
          <a:p>
            <a:r>
              <a:rPr lang="en-RU" dirty="0"/>
              <a:t>  Перезапустить сервисы.</a:t>
            </a:r>
            <a:br>
              <a:rPr lang="ru-RU" dirty="0"/>
            </a:br>
            <a:endParaRPr lang="ru-RU" dirty="0"/>
          </a:p>
          <a:p>
            <a:r>
              <a:rPr lang="en-US" b="1" dirty="0"/>
              <a:t>docker compose build</a:t>
            </a:r>
          </a:p>
          <a:p>
            <a:r>
              <a:rPr lang="en-US" dirty="0"/>
              <a:t>  </a:t>
            </a:r>
            <a:r>
              <a:rPr lang="ru-RU" dirty="0"/>
              <a:t>Собирает образы там, где указан </a:t>
            </a:r>
            <a:r>
              <a:rPr lang="en-US" dirty="0"/>
              <a:t>build.</a:t>
            </a:r>
          </a:p>
        </p:txBody>
      </p:sp>
    </p:spTree>
    <p:extLst>
      <p:ext uri="{BB962C8B-B14F-4D97-AF65-F5344CB8AC3E}">
        <p14:creationId xmlns:p14="http://schemas.microsoft.com/office/powerpoint/2010/main" val="34710459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3FAC4-20E3-7037-A454-5C6053540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Хранение данных контейнеров</a:t>
            </a:r>
            <a:endParaRPr lang="en-RU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8B9FB2-4178-644D-684C-899417DE94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7127" y="1128450"/>
            <a:ext cx="5496593" cy="490659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1100" dirty="0"/>
              <a:t>Контейнер — это “упакованная программа + её файловая система”, но она НЕ предназначена</a:t>
            </a:r>
          </a:p>
          <a:p>
            <a:pPr marL="0" indent="0">
              <a:buNone/>
            </a:pPr>
            <a:r>
              <a:rPr lang="ru-RU" sz="1100" dirty="0"/>
              <a:t>для долговременного хранения данных. Если контейнер удалить и создать заново — его файловая система будет чистой.</a:t>
            </a:r>
          </a:p>
          <a:p>
            <a:pPr marL="0" indent="0">
              <a:buNone/>
            </a:pPr>
            <a:endParaRPr lang="ru-RU" sz="1100" dirty="0"/>
          </a:p>
          <a:p>
            <a:pPr marL="0" indent="0">
              <a:buNone/>
            </a:pPr>
            <a:r>
              <a:rPr lang="ru-RU" sz="1100" dirty="0"/>
              <a:t>Поэтому важные данные (особенно базы данных) выносят наружу:</a:t>
            </a:r>
          </a:p>
          <a:p>
            <a:pPr marL="0" indent="0">
              <a:buNone/>
            </a:pPr>
            <a:r>
              <a:rPr lang="ru-RU" sz="1100" dirty="0"/>
              <a:t>- в </a:t>
            </a:r>
            <a:r>
              <a:rPr lang="en-US" sz="1100" dirty="0"/>
              <a:t>volumes (</a:t>
            </a:r>
            <a:r>
              <a:rPr lang="ru-RU" sz="1100" dirty="0"/>
              <a:t>управляемые </a:t>
            </a:r>
            <a:r>
              <a:rPr lang="en-US" sz="1100" dirty="0"/>
              <a:t>Docker),</a:t>
            </a:r>
          </a:p>
          <a:p>
            <a:pPr marL="0" indent="0">
              <a:buNone/>
            </a:pPr>
            <a:r>
              <a:rPr lang="en-US" sz="1100" dirty="0"/>
              <a:t>- </a:t>
            </a:r>
            <a:r>
              <a:rPr lang="ru-RU" sz="1100" dirty="0"/>
              <a:t>или в папки на хосте (</a:t>
            </a:r>
            <a:r>
              <a:rPr lang="en-US" sz="1100" dirty="0"/>
              <a:t>bind mount).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/>
              <a:t>Named volume (</a:t>
            </a:r>
            <a:r>
              <a:rPr lang="ru-RU" sz="1100" b="1" dirty="0"/>
              <a:t>именованный том) — самый частый вариант для БД</a:t>
            </a:r>
          </a:p>
          <a:p>
            <a:pPr marL="0" indent="0">
              <a:buNone/>
            </a:pPr>
            <a:r>
              <a:rPr lang="ru-RU" sz="1100" dirty="0"/>
              <a:t>Именованный том создаёт </a:t>
            </a:r>
            <a:r>
              <a:rPr lang="en-US" sz="1100" dirty="0"/>
              <a:t>Docker, </a:t>
            </a:r>
            <a:r>
              <a:rPr lang="ru-RU" sz="1100" dirty="0"/>
              <a:t>хранит его в своём внутреннем каталоге.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ru-RU" sz="1100" dirty="0"/>
              <a:t>Плюсы:</a:t>
            </a:r>
          </a:p>
          <a:p>
            <a:pPr marL="0" indent="0">
              <a:buNone/>
            </a:pPr>
            <a:r>
              <a:rPr lang="ru-RU" sz="1100" dirty="0"/>
              <a:t>- надёжно и стандартно;</a:t>
            </a:r>
          </a:p>
          <a:p>
            <a:pPr marL="0" indent="0">
              <a:buNone/>
            </a:pPr>
            <a:r>
              <a:rPr lang="ru-RU" sz="1100" dirty="0"/>
              <a:t>- не зависит от путей вашей ОС;</a:t>
            </a:r>
          </a:p>
          <a:p>
            <a:pPr marL="0" indent="0">
              <a:buNone/>
            </a:pPr>
            <a:r>
              <a:rPr lang="ru-RU" sz="1100" dirty="0"/>
              <a:t>- удобно переносить/</a:t>
            </a:r>
            <a:r>
              <a:rPr lang="ru-RU" sz="1100" dirty="0" err="1"/>
              <a:t>бэкапить</a:t>
            </a:r>
            <a:r>
              <a:rPr lang="ru-RU" sz="1100" dirty="0"/>
              <a:t> через </a:t>
            </a:r>
            <a:r>
              <a:rPr lang="en-US" sz="1100" dirty="0"/>
              <a:t>docker </a:t>
            </a:r>
            <a:r>
              <a:rPr lang="ru-RU" sz="1100" dirty="0"/>
              <a:t>команды.</a:t>
            </a:r>
          </a:p>
          <a:p>
            <a:pPr marL="0" indent="0">
              <a:buNone/>
            </a:pPr>
            <a:r>
              <a:rPr lang="ru-RU" sz="1100" dirty="0"/>
              <a:t>Минусы:</a:t>
            </a:r>
          </a:p>
          <a:p>
            <a:pPr marL="0" indent="0">
              <a:buNone/>
            </a:pPr>
            <a:r>
              <a:rPr lang="ru-RU" sz="1100" dirty="0"/>
              <a:t>- вы не видите “как обычную папку” в проекте (хотя можно посмотреть через </a:t>
            </a:r>
            <a:r>
              <a:rPr lang="en-US" sz="1100" dirty="0"/>
              <a:t>docker volume).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46E8A5-41FA-0E98-4B13-1DF212964BB4}"/>
              </a:ext>
            </a:extLst>
          </p:cNvPr>
          <p:cNvSpPr txBox="1"/>
          <p:nvPr/>
        </p:nvSpPr>
        <p:spPr>
          <a:xfrm>
            <a:off x="7059169" y="1609546"/>
            <a:ext cx="4672583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100" b="1" dirty="0"/>
              <a:t>Bind mount (</a:t>
            </a:r>
            <a:r>
              <a:rPr lang="ru-RU" sz="1100" b="1" dirty="0"/>
              <a:t>привязка папки) — удобно для разработки</a:t>
            </a:r>
          </a:p>
          <a:p>
            <a:pPr marL="0" indent="0">
              <a:buNone/>
            </a:pPr>
            <a:r>
              <a:rPr lang="en-US" sz="1100" dirty="0"/>
              <a:t>Bind mount — </a:t>
            </a:r>
            <a:r>
              <a:rPr lang="ru-RU" sz="1100" dirty="0"/>
              <a:t>это когда вы подключаете конкретную папку вашего проекта внутрь контейнера.</a:t>
            </a:r>
          </a:p>
          <a:p>
            <a:pPr marL="0" indent="0">
              <a:buNone/>
            </a:pPr>
            <a:r>
              <a:rPr lang="ru-RU" sz="1100" dirty="0"/>
              <a:t>Чаще всего так подключают исходники, чтобы при изменении кода на компьютере контейнер сразу видел изменения.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ru-RU" sz="1100" dirty="0"/>
              <a:t>Плюсы:</a:t>
            </a:r>
          </a:p>
          <a:p>
            <a:pPr marL="0" indent="0">
              <a:buNone/>
            </a:pPr>
            <a:r>
              <a:rPr lang="ru-RU" sz="1100" dirty="0"/>
              <a:t>- удобно редактировать файлы на хосте и сразу видеть результат в контейнере.</a:t>
            </a:r>
          </a:p>
          <a:p>
            <a:pPr marL="0" indent="0">
              <a:buNone/>
            </a:pPr>
            <a:endParaRPr lang="ru-RU" sz="1100" dirty="0"/>
          </a:p>
          <a:p>
            <a:pPr marL="0" indent="0">
              <a:buNone/>
            </a:pPr>
            <a:r>
              <a:rPr lang="ru-RU" sz="1100" dirty="0"/>
              <a:t>Минусы:</a:t>
            </a:r>
          </a:p>
          <a:p>
            <a:pPr marL="0" indent="0">
              <a:buNone/>
            </a:pPr>
            <a:r>
              <a:rPr lang="ru-RU" sz="1100" dirty="0"/>
              <a:t>- зависит от путей и прав доступа в ОС;</a:t>
            </a:r>
          </a:p>
          <a:p>
            <a:pPr marL="0" indent="0">
              <a:buNone/>
            </a:pPr>
            <a:r>
              <a:rPr lang="ru-RU" sz="1100" dirty="0"/>
              <a:t>- на </a:t>
            </a:r>
            <a:r>
              <a:rPr lang="en-US" sz="1100" dirty="0"/>
              <a:t>Windows/Mac </a:t>
            </a:r>
            <a:r>
              <a:rPr lang="ru-RU" sz="1100" dirty="0"/>
              <a:t>могут быть нюансы с производительностью и правами.</a:t>
            </a:r>
          </a:p>
          <a:p>
            <a:pPr marL="0" indent="0">
              <a:buNone/>
            </a:pPr>
            <a:endParaRPr lang="ru-RU" sz="1100" dirty="0"/>
          </a:p>
          <a:p>
            <a:pPr marL="0" indent="0">
              <a:buNone/>
            </a:pPr>
            <a:r>
              <a:rPr lang="en-US" sz="1100" b="1" dirty="0" err="1"/>
              <a:t>tmpfs</a:t>
            </a:r>
            <a:r>
              <a:rPr lang="en-US" sz="1100" b="1" dirty="0"/>
              <a:t> — </a:t>
            </a:r>
            <a:r>
              <a:rPr lang="ru-RU" sz="1100" b="1" dirty="0"/>
              <a:t>временно в памяти</a:t>
            </a:r>
          </a:p>
          <a:p>
            <a:pPr marL="0" indent="0">
              <a:buNone/>
            </a:pPr>
            <a:r>
              <a:rPr lang="ru-RU" sz="1100" dirty="0"/>
              <a:t>Иногда нужно хранить временные файлы так, чтобы они исчезали после остановки и не писались на диск.</a:t>
            </a:r>
          </a:p>
          <a:p>
            <a:pPr marL="0" indent="0">
              <a:buNone/>
            </a:pPr>
            <a:r>
              <a:rPr lang="ru-RU" sz="1100" dirty="0"/>
              <a:t>Тогда используют </a:t>
            </a:r>
            <a:r>
              <a:rPr lang="en-US" sz="1100" dirty="0" err="1"/>
              <a:t>tmpfs</a:t>
            </a:r>
            <a:r>
              <a:rPr lang="en-US" sz="1100" dirty="0"/>
              <a:t> (</a:t>
            </a:r>
            <a:r>
              <a:rPr lang="ru-RU" sz="1100" dirty="0"/>
              <a:t>редко в учебных задачах, но полезно знать).</a:t>
            </a:r>
          </a:p>
        </p:txBody>
      </p:sp>
    </p:spTree>
    <p:extLst>
      <p:ext uri="{BB962C8B-B14F-4D97-AF65-F5344CB8AC3E}">
        <p14:creationId xmlns:p14="http://schemas.microsoft.com/office/powerpoint/2010/main" val="33714908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9BDA9-AA41-42BC-3341-050926B09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ОБЩЕНИЕ КОНТЕЙНЕРОВ МЕЖДУ СОБОЙ</a:t>
            </a:r>
            <a:endParaRPr lang="en-RU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CD8B608-DC3D-DF95-73B2-22CF859DD4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7982" y="2188901"/>
            <a:ext cx="4785402" cy="35941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2D1A77D-74C3-22FE-7C6B-128D2F38B2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2822" y="1128451"/>
            <a:ext cx="28575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2768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7F971-391F-B5B5-BA97-C5CAB6FA0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4028AC-3AF3-AC92-E1A0-9897B977AF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872CCF-BE10-B106-13E3-71E31EAB80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2928" y="1073888"/>
            <a:ext cx="7362009" cy="4141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051005"/>
      </p:ext>
    </p:extLst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0B082E"/>
      </a:dk2>
      <a:lt2>
        <a:srgbClr val="F3F3F2"/>
      </a:lt2>
      <a:accent1>
        <a:srgbClr val="62B4C6"/>
      </a:accent1>
      <a:accent2>
        <a:srgbClr val="1B376E"/>
      </a:accent2>
      <a:accent3>
        <a:srgbClr val="9EBE55"/>
      </a:accent3>
      <a:accent4>
        <a:srgbClr val="C65E5E"/>
      </a:accent4>
      <a:accent5>
        <a:srgbClr val="D3BA55"/>
      </a:accent5>
      <a:accent6>
        <a:srgbClr val="96648A"/>
      </a:accent6>
      <a:hlink>
        <a:srgbClr val="62B4C6"/>
      </a:hlink>
      <a:folHlink>
        <a:srgbClr val="96648A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D71F8F05-6246-47AF-9E68-E57F6C93F79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{E4904CB4-653A-3B45-A9DA-1BEBA5A0CA51}tf10001071</Template>
  <TotalTime>40</TotalTime>
  <Words>556</Words>
  <Application>Microsoft Macintosh PowerPoint</Application>
  <PresentationFormat>Widescreen</PresentationFormat>
  <Paragraphs>77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Gill Sans MT</vt:lpstr>
      <vt:lpstr>Impact</vt:lpstr>
      <vt:lpstr>Badge</vt:lpstr>
      <vt:lpstr>Docker compose</vt:lpstr>
      <vt:lpstr>НАША КОМАНДА</vt:lpstr>
      <vt:lpstr>Не наша команда</vt:lpstr>
      <vt:lpstr>Что такое Docker Compose</vt:lpstr>
      <vt:lpstr>Описание Docker compose</vt:lpstr>
      <vt:lpstr>Команды Docker compose</vt:lpstr>
      <vt:lpstr>Хранение данных контейнеров</vt:lpstr>
      <vt:lpstr>ОБЩЕНИЕ КОНТЕЙНЕРОВ МЕЖДУ СОБОЙ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Aleksandr Eliseev</dc:creator>
  <cp:lastModifiedBy>Aleksandr Eliseev</cp:lastModifiedBy>
  <cp:revision>3</cp:revision>
  <dcterms:created xsi:type="dcterms:W3CDTF">2026-03-03T16:26:23Z</dcterms:created>
  <dcterms:modified xsi:type="dcterms:W3CDTF">2026-03-03T17:06:34Z</dcterms:modified>
</cp:coreProperties>
</file>